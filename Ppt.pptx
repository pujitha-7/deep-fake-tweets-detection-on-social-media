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77" r:id="rId2"/>
    <p:sldId id="257" r:id="rId3"/>
    <p:sldId id="258" r:id="rId4"/>
    <p:sldId id="259" r:id="rId5"/>
    <p:sldId id="260" r:id="rId6"/>
    <p:sldId id="276" r:id="rId7"/>
    <p:sldId id="275" r:id="rId8"/>
    <p:sldId id="261" r:id="rId9"/>
    <p:sldId id="262" r:id="rId10"/>
    <p:sldId id="263" r:id="rId11"/>
    <p:sldId id="264" r:id="rId12"/>
    <p:sldId id="274" r:id="rId13"/>
    <p:sldId id="272" r:id="rId14"/>
    <p:sldId id="268" r:id="rId15"/>
    <p:sldId id="270" r:id="rId16"/>
    <p:sldId id="269" r:id="rId17"/>
    <p:sldId id="271" r:id="rId18"/>
    <p:sldId id="266" r:id="rId19"/>
    <p:sldId id="278" r:id="rId20"/>
    <p:sldId id="265" r:id="rId21"/>
    <p:sldId id="290" r:id="rId22"/>
    <p:sldId id="291" r:id="rId23"/>
    <p:sldId id="279" r:id="rId24"/>
    <p:sldId id="283" r:id="rId25"/>
    <p:sldId id="284" r:id="rId26"/>
    <p:sldId id="285" r:id="rId27"/>
    <p:sldId id="286" r:id="rId28"/>
    <p:sldId id="287" r:id="rId29"/>
    <p:sldId id="292" r:id="rId30"/>
    <p:sldId id="288" r:id="rId31"/>
    <p:sldId id="293" r:id="rId32"/>
    <p:sldId id="294" r:id="rId33"/>
    <p:sldId id="295" r:id="rId34"/>
    <p:sldId id="29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69D167-3885-4B11-86A6-4193BB4A275D}">
          <p14:sldIdLst>
            <p14:sldId id="277"/>
            <p14:sldId id="257"/>
            <p14:sldId id="258"/>
            <p14:sldId id="259"/>
            <p14:sldId id="260"/>
            <p14:sldId id="276"/>
            <p14:sldId id="275"/>
            <p14:sldId id="261"/>
            <p14:sldId id="262"/>
            <p14:sldId id="263"/>
            <p14:sldId id="264"/>
            <p14:sldId id="274"/>
            <p14:sldId id="272"/>
            <p14:sldId id="268"/>
            <p14:sldId id="270"/>
            <p14:sldId id="269"/>
            <p14:sldId id="271"/>
            <p14:sldId id="266"/>
            <p14:sldId id="278"/>
            <p14:sldId id="265"/>
            <p14:sldId id="290"/>
            <p14:sldId id="291"/>
            <p14:sldId id="279"/>
            <p14:sldId id="283"/>
            <p14:sldId id="284"/>
            <p14:sldId id="285"/>
            <p14:sldId id="286"/>
            <p14:sldId id="287"/>
            <p14:sldId id="292"/>
            <p14:sldId id="288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DE038-8CE6-45B3-A00B-F73AF8F9B8DB}" v="26" dt="2026-02-24T17:17:41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443" autoAdjust="0"/>
  </p:normalViewPr>
  <p:slideViewPr>
    <p:cSldViewPr snapToGrid="0">
      <p:cViewPr varScale="1">
        <p:scale>
          <a:sx n="65" d="100"/>
          <a:sy n="65" d="100"/>
        </p:scale>
        <p:origin x="68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95585-F031-400A-9B79-78738F98F68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34260-98EB-4AA5-9996-997ED09BD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34260-98EB-4AA5-9996-997ED09BD53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809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94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94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8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93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71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02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1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76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10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91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26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626D5-6450-486A-BC2F-AA11735693F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43AEB-5E14-46BA-B028-AE51A50E2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81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bc.com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0B60-2E85-2A57-59B9-08C657D6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DETECTION ON SOCIAL MEDIA USING DEEP   </a:t>
            </a: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LEARNING AND FAST TEXT EMBEDDINGS </a:t>
            </a: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IDENTIFYING MACHINE – GENERATED  TWEETS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10242-53E7-A2E2-B790-C0C828CC3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690688"/>
            <a:ext cx="1200912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GUIDE:M.MADHUSUDHANA RAO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ASSISTANT PROFESSOR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GALLA PUJITHA(22MQ1A0511)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SD ASHRAF PASHA(22MQ1A0546)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KAKANI JASHUA PAUL(22MQ1A0575)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CHENNURIHEMASRAVANI(22MQ1A0563)</a:t>
            </a:r>
          </a:p>
        </p:txBody>
      </p:sp>
    </p:spTree>
    <p:extLst>
      <p:ext uri="{BB962C8B-B14F-4D97-AF65-F5344CB8AC3E}">
        <p14:creationId xmlns:p14="http://schemas.microsoft.com/office/powerpoint/2010/main" val="69594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3B54-7B05-41F1-80E5-C5465EBE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106" y="-86709"/>
            <a:ext cx="7426693" cy="177739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11031-E5A6-74C9-823A-C4E7B35D1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146" y="1182415"/>
            <a:ext cx="10825654" cy="39413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132FC-705F-971D-AEFE-AD789EC3EFAD}"/>
              </a:ext>
            </a:extLst>
          </p:cNvPr>
          <p:cNvSpPr txBox="1"/>
          <p:nvPr/>
        </p:nvSpPr>
        <p:spPr>
          <a:xfrm>
            <a:off x="685801" y="1445293"/>
            <a:ext cx="1031064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proliferation of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deepfakes  on  social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 has raised concerns   about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 , manipulation , and  harm  to individuals .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Deepfakes are machine-generated tweets that can mimic real tweets, making it challenging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between authentic and fake content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.To address this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issue,we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 a system to detect deepfake tweets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fast text embeddings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694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DEE1-ECA7-11E1-8EF2-40568CC0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602" y="365125"/>
            <a:ext cx="7619197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B2429-BFC8-F272-EC8E-9C539EEF2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56" y="17704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The existing relies on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fact-checking 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or )simple machine learning models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have limited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scalability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methods are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often ineffective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detecting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 deepfakes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63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E50A-57FF-FB5C-CC30-6B22959D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232" y="365125"/>
            <a:ext cx="7455567" cy="113259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B1B7-CB68-EC43-4A09-F67C8E98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9" y="1867301"/>
            <a:ext cx="11007291" cy="4309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The proposed system leverages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fast text embeddings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tweets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accuracy and scalability. It uses text preprocessing,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text embeddings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(Word2Vec,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(CNN, LSTM) for classification. The system enables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can handle large volumes of tweets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1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B8B0-75DD-DC62-B0FF-725020D8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654" y="365125"/>
            <a:ext cx="10053145" cy="982827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Proposed System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8C28-9E7A-A91F-15ED-ACBACE355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35" y="1583267"/>
            <a:ext cx="10997665" cy="4593696"/>
          </a:xfrm>
        </p:spPr>
        <p:txBody>
          <a:bodyPr>
            <a:normAutofit fontScale="70000" lnSpcReduction="20000"/>
          </a:bodyPr>
          <a:lstStyle/>
          <a:p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tweets from Twitter API with relevant keywords and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hashtags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Text Preprocessing: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tweets using tokenization,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stemming, and handle out-of-vocabulary words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Deepfake Detection Model: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 model using CNN, LSTM,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or Transformers with fast text embeddings (Word2Vec,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BERT)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Classification: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tweets as real or deepfake with confidence scores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Real-time Detection: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real-time detection and alert system for deepfake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tweets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9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E99CC-87C2-161E-C659-28D2F9E2F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9" y="298382"/>
            <a:ext cx="11007291" cy="61794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high precision, recall, and F1-score in   detecting </a:t>
            </a:r>
          </a:p>
          <a:p>
            <a:pPr marL="0" indent="0"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deepfakes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System Scalability: 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high-volume tweet streams and scale         </a:t>
            </a:r>
          </a:p>
          <a:p>
            <a:pPr marL="0" indent="0"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horizontally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Security: 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storage and processing of user data and </a:t>
            </a:r>
          </a:p>
          <a:p>
            <a:pPr marL="0" indent="0"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tweets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Explainability: 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into deepfake detection decisions </a:t>
            </a:r>
          </a:p>
          <a:p>
            <a:pPr marL="0" indent="0"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model interpretability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API Integration: 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APIs for integrating with social media </a:t>
            </a:r>
          </a:p>
          <a:p>
            <a:pPr marL="0" indent="0"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platforms and other tools 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4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A200B-46F4-A4CD-35D5-FCC2AEE17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32933"/>
            <a:ext cx="10524067" cy="5144030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Set: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Tweetfake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of real and deepfake tweets.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GPU-accelerated computing infrastructure.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Python, TensorFlow,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relevant libraries</a:t>
            </a:r>
            <a:r>
              <a:rPr lang="en-IN" sz="3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62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3E95-B784-BD43-71F1-B008E3C6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752" y="365125"/>
            <a:ext cx="9320048" cy="162921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D03E6-DB08-577B-CE1F-18027DEEA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2141537"/>
            <a:ext cx="10515600" cy="4351338"/>
          </a:xfrm>
        </p:spPr>
        <p:txBody>
          <a:bodyPr/>
          <a:lstStyle/>
          <a:p>
            <a:r>
              <a:rPr lang="en-IN" b="1" dirty="0"/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Twitter API for data collection,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tweet   patterns and user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Learning/AI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Applying deep learning techniques for text classification and pattern recognition.</a:t>
            </a:r>
          </a:p>
        </p:txBody>
      </p:sp>
    </p:spTree>
    <p:extLst>
      <p:ext uri="{BB962C8B-B14F-4D97-AF65-F5344CB8AC3E}">
        <p14:creationId xmlns:p14="http://schemas.microsoft.com/office/powerpoint/2010/main" val="153600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3109-748D-F7BF-158A-11E5E4B2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822" y="365125"/>
            <a:ext cx="8677977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AI Models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A9942-3F51-4723-CD4F-7E19D2098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28" y="1871345"/>
            <a:ext cx="10515600" cy="4351338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CNN, LSTM, and Transformers for text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Embeddings: Word2Vec,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BERT for text representation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57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1DCF-2D42-0451-E7E4-A7F8EE77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068" y="365125"/>
            <a:ext cx="8812731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Algorithms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4053-8D56-4B0C-579D-BFB807A53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" y="1825625"/>
            <a:ext cx="10823448" cy="435133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Tokenization,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and stemming.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Binary classification (real vs. deepfake).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17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9F16-B16A-8A26-71FF-714A4747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264" y="-292608"/>
            <a:ext cx="6702552" cy="1847087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- 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E5A8-F66E-C653-EAB4-7871E1FD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12" y="1671484"/>
            <a:ext cx="10468995" cy="498534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805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A6B1B-EF4A-613D-C27F-82C136B93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806245"/>
            <a:ext cx="10655710" cy="537071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Class D (Tweet, Deepfake Detector, Classifier).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shows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the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,attitude ,methods , and their relationships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to understands overall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Interactions between components (data   collection, preprocessing, classification).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sequence diagram shows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 between components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it explains the step by step flow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focuses on order of execution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467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C189-2241-47FA-2A69-3ECA4F8C5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2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F533-A1A1-FED3-23F2-4FAACD317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383459"/>
            <a:ext cx="10921181" cy="579350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Actors (admin, user), use cases (detect deepfake, report tweet).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shows system functionality.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what actions users and admin can perform.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system from user perspective.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shows work flow of the system 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it represents process flow and decision making.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to understand logic of decision process.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97150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C40F-6C87-D45B-9539-227629F1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387" y="93070"/>
            <a:ext cx="7273412" cy="60502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9F2656-94A6-2CB8-4224-9CC219EB7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77" y="766916"/>
            <a:ext cx="2851355" cy="5998015"/>
          </a:xfrm>
        </p:spPr>
      </p:pic>
    </p:spTree>
    <p:extLst>
      <p:ext uri="{BB962C8B-B14F-4D97-AF65-F5344CB8AC3E}">
        <p14:creationId xmlns:p14="http://schemas.microsoft.com/office/powerpoint/2010/main" val="1860316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3B36-2347-5B90-3328-29AAD6EC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974" y="-314631"/>
            <a:ext cx="8069825" cy="18779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3B7170-25EB-D9CD-0D9A-1AD959E54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73" y="1401578"/>
            <a:ext cx="9776802" cy="44781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798AB-F536-29C3-82AD-BB8EA24AC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7879" y="4474293"/>
            <a:ext cx="45719" cy="6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5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0526-BA79-ABE4-644A-3736D862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6" y="365125"/>
            <a:ext cx="8353424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64DAF4-6E56-DAC2-1EED-3ABB19806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5" y="1828800"/>
            <a:ext cx="9731939" cy="3919409"/>
          </a:xfrm>
        </p:spPr>
      </p:pic>
    </p:spTree>
    <p:extLst>
      <p:ext uri="{BB962C8B-B14F-4D97-AF65-F5344CB8AC3E}">
        <p14:creationId xmlns:p14="http://schemas.microsoft.com/office/powerpoint/2010/main" val="4131238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219F-DF30-9CB5-FF1D-24404316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134" y="365125"/>
            <a:ext cx="8020665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ACD90-050D-86D5-B543-0E891574E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490" y="1299165"/>
            <a:ext cx="4060723" cy="5268783"/>
          </a:xfrm>
        </p:spPr>
      </p:pic>
    </p:spTree>
    <p:extLst>
      <p:ext uri="{BB962C8B-B14F-4D97-AF65-F5344CB8AC3E}">
        <p14:creationId xmlns:p14="http://schemas.microsoft.com/office/powerpoint/2010/main" val="3962813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587F-2306-1C92-D21A-8D00E551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Flow of 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93785-7DC8-6709-12F6-C87E49C9C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8963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(Twitter API)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(text preprocessing, embeddings)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(deep learning model)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(testing and validation)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(real-time detection)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308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A92E-0826-2B5E-6D83-B33C73FE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302" y="365125"/>
            <a:ext cx="8030497" cy="490281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A4515A-E260-01D9-C508-0CCF52B27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29" y="934064"/>
            <a:ext cx="4257367" cy="5855110"/>
          </a:xfrm>
        </p:spPr>
      </p:pic>
    </p:spTree>
    <p:extLst>
      <p:ext uri="{BB962C8B-B14F-4D97-AF65-F5344CB8AC3E}">
        <p14:creationId xmlns:p14="http://schemas.microsoft.com/office/powerpoint/2010/main" val="2727444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DE777-5F03-80B8-F75F-E451F951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models can learn complex patterns in text data.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Automated detection enables handling large volumes of tweets.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prompt action against deepfakes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59B578-BF8A-26F5-AD0C-FEB90933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365125"/>
            <a:ext cx="10146792" cy="98818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427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C3B6-5229-C879-7609-F1431E53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884" y="-214978"/>
            <a:ext cx="8640096" cy="109988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2144-AC72-817E-8FD8-1F58DBF1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707923"/>
            <a:ext cx="11147323" cy="615007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Collection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Collect tweets (Human + Machine generated).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Data Cleaning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Remove links, symbols, usernames, and convert to lowercase.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Text to Number Conversion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words into numerical vectors.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Data Splitting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Divide data into: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Training data                              Testing data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Model Building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Build Deep Learning model (LSTM or CNN).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Model Training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Train the model using training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Model Testing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Test the model using testing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Prediction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Give new tweet → Model predicts: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Human 👤                        Machine 🤖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9251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3F30-ACD1-18FA-4835-CE6DB71D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FC80-B967-B2A9-D464-F38E6A631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9" y="127818"/>
            <a:ext cx="11186652" cy="6730181"/>
          </a:xfrm>
        </p:spPr>
        <p:txBody>
          <a:bodyPr>
            <a:normAutofit fontScale="85000" lnSpcReduction="20000"/>
          </a:bodyPr>
          <a:lstStyle/>
          <a:p>
            <a:r>
              <a:rPr lang="en-IN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Converts text into word vectors.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Helps machine understand meaning of words.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(Long Short-Term Memory)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 Deep Learning algorithm.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Good for text data.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Understands sentence patterns.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OR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(Convolutional Neural Network)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Extracts important features from text.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Identifies patterns in tweets.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Optimizer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Used to train the model faster.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Cross-Entropy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Loss function used for classification (Human </a:t>
            </a:r>
            <a:r>
              <a:rPr lang="en-IN" sz="3400" dirty="0"/>
              <a:t>vs Machine).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68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E918-3A7F-5E9E-17E8-285950E5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438" y="365125"/>
            <a:ext cx="774536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9075-3DC0-1227-A58D-A2BD3D6A7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825625"/>
            <a:ext cx="1096051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Tweep fake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saw the most amazing sunset ever!!! cant believe how beautiful it was ,0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ugh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mondays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worst... need more coffee asap,0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lol that movie was so bad but we had fun anyway,0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what?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actually crazy,0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tired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the concert was worth it,0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cant believe they actually did that,0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honestly idk what to think about this whole situation,0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done with that project... took forever,0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rainy day = perfect excuse to stay in and watch netflix,0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SOME MORE TWEETS ARE TRAINED IN THE DATASET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98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4F3B-1F10-8E4A-4CA1-0619BF162E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 flipH="1">
            <a:off x="3392128" y="-254000"/>
            <a:ext cx="3323303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4CC52-5E35-380B-E15E-F30E930E840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2452" y="846138"/>
            <a:ext cx="10419223" cy="533082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sklearn.preprocessing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mean_squared_error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r2_score</a:t>
            </a: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XGBRegressor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warnings</a:t>
            </a:r>
          </a:p>
          <a:p>
            <a:pPr marL="0" indent="0">
              <a:buNone/>
            </a:pP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warnings.filterwarnings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("ignore")</a:t>
            </a:r>
          </a:p>
          <a:p>
            <a:pPr marL="0" indent="0">
              <a:buNone/>
            </a:pP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sns.set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(style="</a:t>
            </a:r>
            <a:r>
              <a:rPr lang="en-IN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whitegrid</a:t>
            </a:r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>
              <a:buNone/>
            </a:pPr>
            <a:b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805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5318634-A56B-5D83-CB76-1E2CC32E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353799" y="365125"/>
            <a:ext cx="45719" cy="1325563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E0FA-45AE-A271-7752-D1618321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7" y="235974"/>
            <a:ext cx="11216643" cy="66220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PHASE 1: DATASET ENGINEERING (Synthetic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generate_project_data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=10000):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np.random.seed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(42)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{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totalInteractions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np.random.poisson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totalSessions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np.random.poisson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avgTimeBetweenEvents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np.random.exponential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uniquePages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np.random.poisson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avgSessionDuration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np.random.exponential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GROUND TRUTH LOGIC: High Engagement = High Trust | Bot-like Clicks = Low Trust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= 50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+=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totalInteractions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/ 10).clip(0, 20)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+=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uniquePages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/ 2).clip(0, 15)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-=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avgTimeBetweenEvents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&lt; 1).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 * 20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trust_score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score.clip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(0, 100)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249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2294-4222-4136-78C3-3BA19563D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353800" y="365125"/>
            <a:ext cx="81116" cy="1325563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61A75-3B68-43AA-DEEA-0F3D1D65A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324"/>
            <a:ext cx="11353800" cy="67596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PHASE 2: EXPLORATORY DATA ANALYSIS (EDA)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perform_eda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=(10, 5))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trust_score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'], bins=20,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="teal")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('Distribution of User Trust Scores')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PHASE 3: ROBUST OUTLIER HANDLING (IQR Method)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handle_outliers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columns):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col in columns: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[col].quantile(0.25)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[col].quantile(0.75)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q3 - q1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q3 + 1.5 *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q1 - 1.5 *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Capping outliers to maintain data integrity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np.where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 &gt;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np.where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 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[col]))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36411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247F-E0C3-3F9C-54C5-8FF615C0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DC153-AA3A-6B83-68ED-C1AFC9302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7" y="117987"/>
            <a:ext cx="11284974" cy="698090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PHASE 4: MODEL TRAINING &amp; EVALUATION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train_pipeline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Feature Selection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df.drop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(columns=['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trust_score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trust_score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Train-Test Split</a:t>
            </a:r>
          </a:p>
          <a:p>
            <a:pPr marL="0" indent="0">
              <a:buNone/>
            </a:pP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=0.2,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Feature Scaling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=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X_train_scaled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scaler.fit_transform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X_test_scaled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scaler.transform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 Initialization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XGBRegressor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=200,</a:t>
            </a:r>
          </a:p>
          <a:p>
            <a:pPr marL="0" indent="0">
              <a:buNone/>
            </a:pP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=0.05,</a:t>
            </a:r>
          </a:p>
          <a:p>
            <a:pPr marL="0" indent="0">
              <a:buNone/>
            </a:pP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=6,random_state=42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660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DE4D-BEA5-1CDF-A89E-278D4C9C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5CEDE-7CEE-1851-B743-2B2DF0441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Fitting the model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X_train_scaled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Predictions and Metrics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X_test_scaled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Squared Error: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mean_squared_error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):.2f}")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print(f"R2 Score (Model Accuracy): {r2_score(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):.4f}")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Save for Presentation (Serialization)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joblib.dump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(model, 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trust_model.pkl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joblib.dump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(scaler, 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scaler.pkl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print("\n[SUCCESS] Model and Scaler exported as 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files")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MAIN EXECUTION WORKFLOW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print("--- Starting Project Workflow ---")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generate_project_data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(10000)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perform_eda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handle_outliers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raw_data.columns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[:-1])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train_pipeline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print("--- Workflow Completed ---")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282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9AC8-7AB4-2C95-F219-D032D581A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562" y="-98321"/>
            <a:ext cx="7755193" cy="123886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</a:t>
            </a:r>
            <a:r>
              <a:rPr lang="en-IN" dirty="0"/>
              <a:t>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D77CA-F22A-D53E-D462-E191D72F9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1111046"/>
            <a:ext cx="11137490" cy="5065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Tweet Detection using Deep Learning and </a:t>
            </a:r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quality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 (LSTM / CNN)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training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Accuracy Range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LSTM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model usually gives: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85% – 95% 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dataset is large and well-balanced, accuracy can reach: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90% to 94%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501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34FA-F0E9-7149-DA31-37B3124C8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890" y="89823"/>
            <a:ext cx="7529052" cy="903236"/>
          </a:xfrm>
        </p:spPr>
        <p:txBody>
          <a:bodyPr/>
          <a:lstStyle/>
          <a:p>
            <a:r>
              <a:rPr lang="en-IN" dirty="0"/>
              <a:t>Test case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D6832F-2BB6-5416-C88C-79B5C34F6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435697"/>
              </p:ext>
            </p:extLst>
          </p:nvPr>
        </p:nvGraphicFramePr>
        <p:xfrm>
          <a:off x="412955" y="884904"/>
          <a:ext cx="9736043" cy="5883276"/>
        </p:xfrm>
        <a:graphic>
          <a:graphicData uri="http://schemas.openxmlformats.org/drawingml/2006/table">
            <a:tbl>
              <a:tblPr/>
              <a:tblGrid>
                <a:gridCol w="379008">
                  <a:extLst>
                    <a:ext uri="{9D8B030D-6E8A-4147-A177-3AD203B41FA5}">
                      <a16:colId xmlns:a16="http://schemas.microsoft.com/office/drawing/2014/main" val="3418914433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4240251219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121576598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54655002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1406664018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3035371647"/>
                    </a:ext>
                  </a:extLst>
                </a:gridCol>
              </a:tblGrid>
              <a:tr h="59685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738202"/>
                  </a:ext>
                </a:extLst>
              </a:tr>
              <a:tr h="8526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454039"/>
                  </a:ext>
                </a:extLst>
              </a:tr>
              <a:tr h="18758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117210"/>
                  </a:ext>
                </a:extLst>
              </a:tr>
              <a:tr h="8526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689285"/>
                  </a:ext>
                </a:extLst>
              </a:tr>
              <a:tr h="8526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08479"/>
                  </a:ext>
                </a:extLst>
              </a:tr>
              <a:tr h="8526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800" dirty="0"/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480210"/>
                  </a:ext>
                </a:extLst>
              </a:tr>
            </a:tbl>
          </a:graphicData>
        </a:graphic>
      </p:graphicFrame>
      <p:sp>
        <p:nvSpPr>
          <p:cNvPr id="5" name="Rectangle 1">
            <a:hlinkClick r:id="rId2"/>
            <a:extLst>
              <a:ext uri="{FF2B5EF4-FFF2-40B4-BE49-F238E27FC236}">
                <a16:creationId xmlns:a16="http://schemas.microsoft.com/office/drawing/2014/main" id="{FCDB0E92-A58A-943B-A831-65EE859ED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240" y="0"/>
            <a:ext cx="103635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1294A4-6D5D-866C-45B0-CEEE1B7D9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84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80FE-D334-F00B-44EF-F6372705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987" y="-205146"/>
            <a:ext cx="738156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7B52F3-0339-36AE-1D2A-C92898C3F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554" y="1455174"/>
            <a:ext cx="8046846" cy="472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85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2C8B-C5FD-FD94-7466-E33B60C0B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148" y="-323133"/>
            <a:ext cx="7833852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DAFA98-4C21-D731-79A0-DCEB6E54D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4" y="737419"/>
            <a:ext cx="4923503" cy="2782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73FD5-522A-2B3E-5B39-17BA40E5C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3" y="658759"/>
            <a:ext cx="4923503" cy="2939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24EBE5-1AFD-A58F-3A19-E49D60E91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77" y="3694318"/>
            <a:ext cx="4790026" cy="2992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1A414B-6659-8955-5CE2-3BA18B799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3" y="3694318"/>
            <a:ext cx="4923503" cy="307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30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E838B-F6FA-DF5A-B81E-E9067830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1" y="-214978"/>
            <a:ext cx="7519219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FDF28-FBF5-68D8-A007-D9669FDF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2" y="1110585"/>
            <a:ext cx="11039168" cy="4810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detects machine-generated tweets on social media  using  Deep Learning  and Fast Text embeddings. By converting  text  into  numerical  vectors and  models  like  LSTM/CNN, the system can accurately classify whether  a tweet  is  written  by a  human or generated by  AI . The results  show that  the approach is effective and  helps  in  reducing  fake or  automated  content , improving trust and authenticity on social media platforms.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911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6EE6-F627-D8B6-C41E-C82F04BD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23371-D50B-1F0B-DE73-4321DB705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889" y="2526890"/>
            <a:ext cx="3451123" cy="103976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7955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566</TotalTime>
  <Words>2105</Words>
  <Application>Microsoft Office PowerPoint</Application>
  <PresentationFormat>Widescreen</PresentationFormat>
  <Paragraphs>252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Times New Roman</vt:lpstr>
      <vt:lpstr>Office Theme</vt:lpstr>
      <vt:lpstr>DEEP FAKE DETECTION ON SOCIAL MEDIA USING DEEP                    LEARNING AND FAST TEXT EMBEDDINGS     FOR IDENTIFYING MACHINE – GENERATED  TWEETS </vt:lpstr>
      <vt:lpstr>Introduction</vt:lpstr>
      <vt:lpstr>Existing System</vt:lpstr>
      <vt:lpstr>Proposed System</vt:lpstr>
      <vt:lpstr>Requirements of Proposed System</vt:lpstr>
      <vt:lpstr>PowerPoint Presentation</vt:lpstr>
      <vt:lpstr>PowerPoint Presentation</vt:lpstr>
      <vt:lpstr>Analysis of Domain</vt:lpstr>
      <vt:lpstr>Analysis of AI Models</vt:lpstr>
      <vt:lpstr>Analysis of Algorithms</vt:lpstr>
      <vt:lpstr>Design - UML Diagrams</vt:lpstr>
      <vt:lpstr>PowerPoint Presentation</vt:lpstr>
      <vt:lpstr> </vt:lpstr>
      <vt:lpstr>Class Diagram</vt:lpstr>
      <vt:lpstr>Sequence Diagram</vt:lpstr>
      <vt:lpstr>Use Case Diagram</vt:lpstr>
      <vt:lpstr>Activity Diagram</vt:lpstr>
      <vt:lpstr>Project Work Flow of Proposed System</vt:lpstr>
      <vt:lpstr>Work Flow Diagram</vt:lpstr>
      <vt:lpstr>Advantages of Proposed System</vt:lpstr>
      <vt:lpstr>ALGORITHM WORKFLOWS</vt:lpstr>
      <vt:lpstr>  </vt:lpstr>
      <vt:lpstr>IMPLEMENTATION</vt:lpstr>
      <vt:lpstr>                                       Source code</vt:lpstr>
      <vt:lpstr> </vt:lpstr>
      <vt:lpstr> </vt:lpstr>
      <vt:lpstr> </vt:lpstr>
      <vt:lpstr> </vt:lpstr>
      <vt:lpstr>ACCURACY</vt:lpstr>
      <vt:lpstr>Test case</vt:lpstr>
      <vt:lpstr>INPUT</vt:lpstr>
      <vt:lpstr>OUTPUT</vt:lpstr>
      <vt:lpstr>CONCLUSION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sravani</dc:creator>
  <cp:lastModifiedBy>hema sravani</cp:lastModifiedBy>
  <cp:revision>5</cp:revision>
  <dcterms:created xsi:type="dcterms:W3CDTF">2026-02-03T04:48:17Z</dcterms:created>
  <dcterms:modified xsi:type="dcterms:W3CDTF">2026-02-25T05:20:17Z</dcterms:modified>
</cp:coreProperties>
</file>